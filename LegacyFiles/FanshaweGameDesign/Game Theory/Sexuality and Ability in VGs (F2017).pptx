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2503487"/>
            <a:ext cx="9144000" cy="10064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b="1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-1" y="365126"/>
            <a:ext cx="11617779" cy="6799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LGBT_characters_in_video_games" TargetMode="External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hyperlink" Target="https://www.youtube.com/watch?v=CPVjgTG1Rq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ctrTitle"/>
          </p:nvPr>
        </p:nvSpPr>
        <p:spPr>
          <a:xfrm>
            <a:off x="0" y="148279"/>
            <a:ext cx="6474941" cy="8073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CA" sz="4800"/>
              <a:t>Gaming and Representation </a:t>
            </a:r>
            <a:endParaRPr b="1" sz="4800"/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4646141" y="5702687"/>
            <a:ext cx="7545860" cy="7063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b="1" lang="en-CA" sz="4000">
                <a:solidFill>
                  <a:schemeClr val="lt1"/>
                </a:solidFill>
              </a:rPr>
              <a:t>Sexuality and Ability</a:t>
            </a:r>
            <a:endParaRPr b="1"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3081" y="1394255"/>
            <a:ext cx="11006280" cy="5261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CA" sz="3600"/>
              <a:t>By now you’ve heard me rant and rave about representation in gaming based on </a:t>
            </a:r>
            <a:r>
              <a:rPr b="1" lang="en-CA" sz="3600">
                <a:solidFill>
                  <a:srgbClr val="FF0000"/>
                </a:solidFill>
              </a:rPr>
              <a:t>race and gender</a:t>
            </a:r>
            <a:r>
              <a:rPr lang="en-CA" sz="3600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CA" sz="3600"/>
              <a:t>And you’re probably thinking “but where are all the differently abled and LGBT video game characters, Rob.”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CA" sz="3600"/>
              <a:t>Exactly! No matter how poorly women and minorities are portrayed in modern games, </a:t>
            </a:r>
            <a:r>
              <a:rPr b="1" i="1" lang="en-CA" sz="3600">
                <a:solidFill>
                  <a:srgbClr val="002060"/>
                </a:solidFill>
              </a:rPr>
              <a:t>at least they exist.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CA" sz="3600"/>
              <a:t>But what if you’re LGBT, deaf, blind, in a wheelchair, or suffering from Autism or some such affliction?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CA" sz="3600"/>
              <a:t>Where is your representation?</a:t>
            </a:r>
            <a:r>
              <a:rPr b="1" lang="en-CA" sz="3600">
                <a:solidFill>
                  <a:srgbClr val="008000"/>
                </a:solidFill>
              </a:rPr>
              <a:t> The answer? Hard to find.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0" y="290985"/>
            <a:ext cx="7735330" cy="9694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Poor Representation is </a:t>
            </a:r>
            <a:r>
              <a:rPr b="1" i="1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least </a:t>
            </a:r>
            <a:r>
              <a:rPr b="1" i="0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Representation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453080" y="1394255"/>
            <a:ext cx="11154033" cy="5261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 sz="3600"/>
              <a:t>Virtually invisible in all forms of                                              entertainment media.</a:t>
            </a:r>
            <a:endParaRPr b="1" sz="3600">
              <a:solidFill>
                <a:srgbClr val="00206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b="1" lang="en-CA" sz="3600">
                <a:solidFill>
                  <a:srgbClr val="002060"/>
                </a:solidFill>
              </a:rPr>
              <a:t>When they are portrayed, gay men often                                                                      used for comic effect or with exaggerated                                  femininity.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CA" sz="3600"/>
              <a:t>Have a read of Wikipedia’s fabulous page                                               discussing LGBT characters in VGs: </a:t>
            </a:r>
            <a:r>
              <a:rPr b="1" lang="en-CA" sz="3600" u="sng">
                <a:solidFill>
                  <a:schemeClr val="hlink"/>
                </a:solidFill>
                <a:hlinkClick r:id="rId3"/>
              </a:rPr>
              <a:t>https://en.wikipedia.org/wiki/LGBT_characters_in_video_games</a:t>
            </a:r>
            <a:endParaRPr b="1"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 sz="3600"/>
              <a:t>It’s a long list of stereotypes and characters used for comic relief or deviance (with some instances of genuine progressiveness thrown in). </a:t>
            </a:r>
            <a:endParaRPr/>
          </a:p>
          <a:p>
            <a:pPr indent="-17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600"/>
          </a:p>
        </p:txBody>
      </p:sp>
      <p:sp>
        <p:nvSpPr>
          <p:cNvPr id="102" name="Google Shape;102;p15"/>
          <p:cNvSpPr txBox="1"/>
          <p:nvPr/>
        </p:nvSpPr>
        <p:spPr>
          <a:xfrm>
            <a:off x="0" y="290985"/>
            <a:ext cx="7076303" cy="771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Regarding LGBT characters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0446" y="290985"/>
            <a:ext cx="284797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18071" y="1504348"/>
            <a:ext cx="68147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Arguably the first mainstream LGBT video game character in a triple A title.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Her ‘coming out’ in her comic was as much anticipated and celebrated as Ellen’s on her own TV show many years ago.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And yet, the sad thing is that what should be a common occurrence—the visibility of LGBT characters in games—IS a                        big deal at all: why don’t more                            designers include more LGBT                             characters in games?   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0" y="290984"/>
            <a:ext cx="7603524" cy="103530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en-CA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Tracer in </a:t>
            </a:r>
            <a:r>
              <a:rPr b="1" i="1" lang="en-CA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Overwatch</a:t>
            </a:r>
            <a:endParaRPr b="1" i="1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3752" y="164757"/>
            <a:ext cx="4084850" cy="501032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0505" y="4293826"/>
            <a:ext cx="3584633" cy="238858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0" y="5390206"/>
            <a:ext cx="12192000" cy="82936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CA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Bill from </a:t>
            </a:r>
            <a:r>
              <a:rPr b="1" i="1" lang="en-CA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Last of Us</a:t>
            </a:r>
            <a:r>
              <a:rPr b="1" i="0" lang="en-CA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one of the only examples of a non-stereotypical gay character in a video game. Great voice work. Complex character. But he’s an NPC. 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607541" y="1611441"/>
            <a:ext cx="6633518" cy="491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 sz="3600"/>
              <a:t>In 1998 Interplay releases Fallout 2, featuring the first same-sex marriage in a game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 sz="3600"/>
              <a:t>2004's Fable allowed the player character to flirt, marry and/or have sex with NPC townspeople of the same sex.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 sz="3600"/>
              <a:t>Skyrim does the same in 2011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 sz="3600"/>
              <a:t>2007 Mass Effect features same sex (female only) romance plots; 2012 ME3 allows male/male relationships.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0" y="290985"/>
            <a:ext cx="7076303" cy="771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Sex Romance/ Marriage in VGs? 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4713" y="347888"/>
            <a:ext cx="4294616" cy="355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15315" r="16141" t="21742"/>
          <a:stretch/>
        </p:blipFill>
        <p:spPr>
          <a:xfrm>
            <a:off x="8130745" y="4111357"/>
            <a:ext cx="3468130" cy="247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024" y="1587993"/>
            <a:ext cx="808672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1" y="290984"/>
            <a:ext cx="6829168" cy="107585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6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Elihal the Crossdresseng Elf in Witcher 3: used again for comic relief (and the internet crowd agrees!). Not cool. 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5114" y="169722"/>
            <a:ext cx="4629793" cy="15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72298" y="5915025"/>
            <a:ext cx="511492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2700" y="3234010"/>
            <a:ext cx="58293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0" y="290984"/>
            <a:ext cx="8830962" cy="12494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6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seems (as usual) having a complex character and/or lead protagonist in a game who just so happens to be LGBT is too much for video games. Oh well…maybe in 20 or 30 years Vgs will catch up to society. 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7696" y="1655804"/>
            <a:ext cx="7051589" cy="396651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716691" y="5890053"/>
            <a:ext cx="5263979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Excellent video exploring the issue. Please watch</a:t>
            </a:r>
            <a:r>
              <a:rPr b="0" i="0" lang="en-CA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499654" y="5824151"/>
            <a:ext cx="43001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Would it Matter if Master Chief Were Gay? | Game/Show | PBS - YouTube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453081" y="1425146"/>
            <a:ext cx="7587049" cy="47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Again, virtually invisible in video games, and when depicted, often shown as pitiful, weak, or deviant characters. Or their disability is the defining trait of their character (see next slide).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Lester in GTA V has a puffer, uses a wheelchair and cane. He’s actually very likable and smart, and his disability is never once mentioned: but still, he’s only an NPC.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Deaf Characters? One rumoured to appear in the Half-Life universe at some point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A"/>
              <a:t>Blind characters? Kenshi from Mortal Kombat, Rahm Kota from Star Wars: TFU—that’s about it. </a:t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0" y="290985"/>
            <a:ext cx="7076303" cy="771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CA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About Ability? 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8534" y="4005607"/>
            <a:ext cx="2064262" cy="287620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8295503" y="290985"/>
            <a:ext cx="3509319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15% of the WORLD suffers from some type of disability.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res.cloudinary.com/lmn/image/upload/e_sharpen:150,f_auto,fl_lossy,q_80/v1/gameskinnyc/l/e/s/lester-10a4b.jpg" id="151" name="Google Shape;151;p21"/>
          <p:cNvSpPr/>
          <p:nvPr/>
        </p:nvSpPr>
        <p:spPr>
          <a:xfrm>
            <a:off x="63500" y="-136525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res.cloudinary.com/lmn/image/upload/e_sharpen:150,f_auto,fl_lossy,q_80/v1/gameskinnyc/l/e/s/lester-10a4b.jpg" id="152" name="Google Shape;152;p21"/>
          <p:cNvSpPr/>
          <p:nvPr/>
        </p:nvSpPr>
        <p:spPr>
          <a:xfrm>
            <a:off x="215900" y="15875"/>
            <a:ext cx="11490068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res.cloudinary.com/lmn/image/upload/e_sharpen:150,f_auto,fl_lossy,q_80/v1/gameskinnyc/l/e/s/lester-10a4b.jpg" id="153" name="Google Shape;153;p21"/>
          <p:cNvSpPr/>
          <p:nvPr/>
        </p:nvSpPr>
        <p:spPr>
          <a:xfrm>
            <a:off x="215900" y="15875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9911" y="1102931"/>
            <a:ext cx="3272265" cy="273706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58474" y="1342768"/>
            <a:ext cx="7035114" cy="47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CA" sz="3200"/>
              <a:t>In game worlds rife with novelty ‘sanity meters,’ </a:t>
            </a:r>
            <a:r>
              <a:rPr i="1" lang="en-CA" sz="3200"/>
              <a:t>Hellblade</a:t>
            </a:r>
            <a:r>
              <a:rPr lang="en-CA" sz="3200"/>
              <a:t> took the bold step of engaging with mental illness and making it part of its gaming mechanics.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CA" sz="3200"/>
              <a:t>Created in collaboration with neuroscientists and people who experience psychosis to present mental illness with accuracy and empathy.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CA" sz="3200"/>
              <a:t>Actually won the ‘Games For Impact’ award at the 2017 Games Awards.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0" y="290985"/>
            <a:ext cx="7076303" cy="771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1" lang="en-CA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Hellblade: Senua's Sacrifice</a:t>
            </a:r>
            <a:endParaRPr b="1" i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8196" y="145487"/>
            <a:ext cx="4543169" cy="255931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3588" y="3270423"/>
            <a:ext cx="4637777" cy="298891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